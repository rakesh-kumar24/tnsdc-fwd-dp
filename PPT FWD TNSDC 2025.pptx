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457200" y="3110736"/>
            <a:ext cx="10551858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NAME: </a:t>
            </a:r>
            <a:r>
              <a:rPr lang="en-US" sz="2400" dirty="0" err="1"/>
              <a:t>A.Rakesh</a:t>
            </a:r>
            <a:r>
              <a:rPr lang="en-US" sz="2400" dirty="0"/>
              <a:t> Kumar</a:t>
            </a:r>
          </a:p>
          <a:p>
            <a:r>
              <a:rPr lang="en-US" sz="2400" dirty="0"/>
              <a:t>REGISTER NO AND NMID: 212400224/7DCB8A6B34F1816B2E74FAFCAAECC3DB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DEPARTMENT: BCA</a:t>
            </a:r>
          </a:p>
          <a:p>
            <a:r>
              <a:rPr lang="en-US" sz="2400" dirty="0"/>
              <a:t>COLLEGE: DRBCCC HINDU COLEGE/University of Madras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07BC50-3E04-E010-774A-7B80C23200E8}"/>
              </a:ext>
            </a:extLst>
          </p:cNvPr>
          <p:cNvSpPr txBox="1"/>
          <p:nvPr/>
        </p:nvSpPr>
        <p:spPr>
          <a:xfrm>
            <a:off x="3166570" y="2883098"/>
            <a:ext cx="6176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Portfolio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132C7-3B0A-8024-2B8D-4B8574D0BB2F}"/>
              </a:ext>
            </a:extLst>
          </p:cNvPr>
          <p:cNvSpPr txBox="1"/>
          <p:nvPr/>
        </p:nvSpPr>
        <p:spPr>
          <a:xfrm>
            <a:off x="676275" y="2051957"/>
            <a:ext cx="800100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often struggle to make informed decisions due to the large volume of unstructured or complex data. The challenge is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diverse datasets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uncover actionable insights, and present them in a clear, interactive format that 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identifies trends, and highlights key performance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F6A47-6FC8-4448-7E35-EB81BEFF4E3F}"/>
              </a:ext>
            </a:extLst>
          </p:cNvPr>
          <p:cNvSpPr txBox="1"/>
          <p:nvPr/>
        </p:nvSpPr>
        <p:spPr>
          <a:xfrm>
            <a:off x="676275" y="2051957"/>
            <a:ext cx="800100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[Dataset/Domain]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uncover meaningful insights and support data-driven decisions. Using tools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Excel, SQL, and Python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 cleaned and transformed the data, performed exploratory analysis, and created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visualize trends, patterns, and key performance indicators. The project highlights my ability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complex data into actionable insights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business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E90B3-AD31-E3C7-BAEC-5460D269DD7D}"/>
              </a:ext>
            </a:extLst>
          </p:cNvPr>
          <p:cNvSpPr txBox="1"/>
          <p:nvPr/>
        </p:nvSpPr>
        <p:spPr>
          <a:xfrm>
            <a:off x="676275" y="2051957"/>
            <a:ext cx="800100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The end users of this project are </a:t>
            </a:r>
            <a:r>
              <a:rPr lang="en-US" sz="2400" b="1" dirty="0"/>
              <a:t>business managers, HR leaders, and decision-makers</a:t>
            </a:r>
            <a:r>
              <a:rPr lang="en-US" sz="2400" dirty="0"/>
              <a:t> who need actionable insights to improve performance, optimize operations, and make informed strategic decisions. The dashboards and analyses are designed to be </a:t>
            </a:r>
            <a:r>
              <a:rPr lang="en-US" sz="2400" b="1" dirty="0"/>
              <a:t>interactive and user-friendly</a:t>
            </a:r>
            <a:r>
              <a:rPr lang="en-US" sz="2400" dirty="0"/>
              <a:t>, enabling stakeholders to quickly explore trends, monitor KPIs, and identify opportunities for improvement.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800" y="965221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4931ECA-BE35-ADF0-6A01-A4E3B7F24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286000"/>
            <a:ext cx="8001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Excel, Python (Pandas, NumPy)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Modeling: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SQL,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Dashboarding: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Power BI, Tableau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 Applied: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 (EDA), Trend Analysis, KPI Monitoring, Interactive Dashboard Design, DAX Calculations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26865E2-42A8-FFDA-4EE1-96C325F31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1644134"/>
            <a:ext cx="8001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portfolio is designed with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modern, and user-friendly layout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highlight projects effectively. Each project section includes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statement, project overview, tools &amp; techniques, key insights, and visualizations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Interactive elements like dashboards, charts, and filters are showcased to demonstrate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data analysis skills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design emphasizes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clarity, consistency, and easy navigation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recruiters and stakeholders.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5FA86AE-BBE3-549B-5F07-D7506A6BD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884" y="1720840"/>
            <a:ext cx="90138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and explore data by role, department, age, or other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Insights: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Charts, graphs, and KPI indicators for quick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patterns in attrition, sales, or performance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Recommendations: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Actionable insights for 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Design: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layout with easy navigation for end users</a:t>
            </a: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41FAFF-DF99-9F08-1531-6D9B6CF28F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650" y="2320753"/>
            <a:ext cx="6496852" cy="36544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3C67AB5-D5EC-ABBE-C666-FE430D667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884" y="2274838"/>
            <a:ext cx="90138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This project demonstrates the ability to </a:t>
            </a:r>
            <a:r>
              <a:rPr lang="en-US" sz="2400" b="1" dirty="0"/>
              <a:t>transform raw data into actionable insights</a:t>
            </a:r>
            <a:r>
              <a:rPr lang="en-US" sz="2400" dirty="0"/>
              <a:t> using data cleaning, analysis, and visualization techniques. The interactive dashboards and visualizations provide stakeholders with </a:t>
            </a:r>
            <a:r>
              <a:rPr lang="en-US" sz="2400" b="1" dirty="0"/>
              <a:t>clear, data-driven insights</a:t>
            </a:r>
            <a:r>
              <a:rPr lang="en-US" sz="2400" dirty="0"/>
              <a:t> to support informed decision-making, monitor trends, and identify opportunities for improvement.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484B0-15C0-7C11-9FC0-062287E7111A}"/>
              </a:ext>
            </a:extLst>
          </p:cNvPr>
          <p:cNvSpPr txBox="1"/>
          <p:nvPr/>
        </p:nvSpPr>
        <p:spPr>
          <a:xfrm>
            <a:off x="1219200" y="5362575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https://github.com/RakeshKumar-2007/TNSDC-FWD-DP.git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Words>532</Words>
  <Application>Microsoft Office PowerPoint</Application>
  <PresentationFormat>Widescreen</PresentationFormat>
  <Paragraphs>55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Roboto</vt:lpstr>
      <vt:lpstr>Times New Roman</vt:lpstr>
      <vt:lpstr>Trebuchet MS</vt:lpstr>
      <vt:lpstr>Office Theme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  </dc:title>
  <dc:creator>Konduru Narasimha</dc:creator>
  <cp:lastModifiedBy>Rakesh Kumar</cp:lastModifiedBy>
  <cp:revision>26</cp:revision>
  <dcterms:created xsi:type="dcterms:W3CDTF">2024-03-29T15:07:22Z</dcterms:created>
  <dcterms:modified xsi:type="dcterms:W3CDTF">2025-09-10T17:16:50Z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